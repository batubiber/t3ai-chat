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Çeyreklik Satışlar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Satış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95.5</c:v>
                </c:pt>
                <c:pt idx="2">
                  <c:v>210.0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Satış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140.0</c:v>
                </c:pt>
                <c:pt idx="1">
                  <c:v>130.0</c:v>
                </c:pt>
                <c:pt idx="2">
                  <c:v>260.0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Ankara</c:v>
                </c:pt>
                <c:pt idx="1">
                  <c:v>İstanbul</c:v>
                </c:pt>
                <c:pt idx="2">
                  <c:v>İzmir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35.0</c:v>
                </c:pt>
                <c:pt idx="2">
                  <c:v>20.0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Ölçüm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4.1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grafik yıllık büyümeyi gösteriyor.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